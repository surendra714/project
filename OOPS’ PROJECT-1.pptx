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>
      <p:cViewPr varScale="1">
        <p:scale>
          <a:sx n="63" d="100"/>
          <a:sy n="63" d="100"/>
        </p:scale>
        <p:origin x="56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CDBD2759-62B9-4870-91EB-F6BCBC102241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58D63ED-B4D7-45AD-A751-52320D5C6F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9634-2B5C-4E82-BD9D-406C277B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Oops **project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E16B7-665F-42EB-8A77-56463BC3D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9416"/>
            <a:ext cx="5257800" cy="1143000"/>
          </a:xfrm>
        </p:spPr>
        <p:txBody>
          <a:bodyPr/>
          <a:lstStyle/>
          <a:p>
            <a:r>
              <a:rPr lang="en-IN" dirty="0"/>
              <a:t>SURENDRA KUMAR =Co19363</a:t>
            </a:r>
          </a:p>
          <a:p>
            <a:r>
              <a:rPr lang="en-IN" dirty="0"/>
              <a:t>JANAMEJAY ALHLAWAT=Co19331</a:t>
            </a:r>
          </a:p>
        </p:txBody>
      </p:sp>
    </p:spTree>
    <p:extLst>
      <p:ext uri="{BB962C8B-B14F-4D97-AF65-F5344CB8AC3E}">
        <p14:creationId xmlns:p14="http://schemas.microsoft.com/office/powerpoint/2010/main" val="2155498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000" dirty="0"/>
              <a:t>  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/>
              <a:t>Write a program to make </a:t>
            </a:r>
          </a:p>
          <a:p>
            <a:pPr>
              <a:buNone/>
            </a:pPr>
            <a:r>
              <a:rPr lang="en-US" sz="4800" dirty="0"/>
              <a:t>A  digital clock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dirty="0"/>
              <a:t>  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#include&lt;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>
              <a:buNone/>
            </a:pPr>
            <a:r>
              <a:rPr lang="en-US" dirty="0"/>
              <a:t>#include&lt;</a:t>
            </a:r>
            <a:r>
              <a:rPr lang="en-US" dirty="0" err="1"/>
              <a:t>ctime</a:t>
            </a:r>
            <a:r>
              <a:rPr lang="en-US" dirty="0"/>
              <a:t>&gt;</a:t>
            </a:r>
          </a:p>
          <a:p>
            <a:pPr>
              <a:buNone/>
            </a:pPr>
            <a:r>
              <a:rPr lang="en-US" dirty="0"/>
              <a:t>#include&lt;</a:t>
            </a:r>
            <a:r>
              <a:rPr lang="en-US" dirty="0" err="1"/>
              <a:t>cstdlib</a:t>
            </a:r>
            <a:r>
              <a:rPr lang="en-US" dirty="0"/>
              <a:t>&gt;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pPr>
              <a:buNone/>
            </a:pPr>
            <a:r>
              <a:rPr lang="en-US" dirty="0"/>
              <a:t>using namespace std;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pPr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sec_prev</a:t>
            </a:r>
            <a:r>
              <a:rPr lang="en-US" dirty="0"/>
              <a:t>=0; </a:t>
            </a:r>
          </a:p>
          <a:p>
            <a:pPr>
              <a:buNone/>
            </a:pPr>
            <a:r>
              <a:rPr lang="en-US" dirty="0"/>
              <a:t> while(1)</a:t>
            </a:r>
          </a:p>
          <a:p>
            <a:pPr>
              <a:buNone/>
            </a:pPr>
            <a:r>
              <a:rPr lang="en-US" dirty="0"/>
              <a:t>  {</a:t>
            </a:r>
          </a:p>
          <a:p>
            <a:pPr>
              <a:buNone/>
            </a:pPr>
            <a:r>
              <a:rPr lang="en-US" dirty="0"/>
              <a:t>#include&lt;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>
              <a:buNone/>
            </a:pPr>
            <a:r>
              <a:rPr lang="en-US" dirty="0"/>
              <a:t>#include&lt;</a:t>
            </a:r>
            <a:r>
              <a:rPr lang="en-US" dirty="0" err="1"/>
              <a:t>ctime</a:t>
            </a:r>
            <a:r>
              <a:rPr lang="en-US" dirty="0"/>
              <a:t>&gt;</a:t>
            </a:r>
          </a:p>
          <a:p>
            <a:pPr>
              <a:buNone/>
            </a:pPr>
            <a:r>
              <a:rPr lang="en-US" dirty="0"/>
              <a:t>#include&lt;</a:t>
            </a:r>
            <a:r>
              <a:rPr lang="en-US" dirty="0" err="1"/>
              <a:t>cstdlib</a:t>
            </a:r>
            <a:r>
              <a:rPr lang="en-US" dirty="0"/>
              <a:t>&gt;</a:t>
            </a:r>
          </a:p>
          <a:p>
            <a:pPr>
              <a:buNone/>
            </a:pPr>
            <a:r>
              <a:rPr lang="en-US" dirty="0"/>
              <a:t> using namespace std;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main() </a:t>
            </a:r>
          </a:p>
          <a:p>
            <a:pPr>
              <a:buNone/>
            </a:pPr>
            <a:r>
              <a:rPr lang="en-US" dirty="0"/>
              <a:t>  {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sec_prev</a:t>
            </a:r>
            <a:r>
              <a:rPr lang="en-US" dirty="0"/>
              <a:t>=0; </a:t>
            </a:r>
          </a:p>
          <a:p>
            <a:pPr>
              <a:buNone/>
            </a:pPr>
            <a:r>
              <a:rPr lang="en-US" dirty="0"/>
              <a:t>   while(1)</a:t>
            </a:r>
          </a:p>
          <a:p>
            <a:pPr>
              <a:buNone/>
            </a:pPr>
            <a:r>
              <a:rPr lang="en-US" dirty="0"/>
              <a:t>    {    </a:t>
            </a:r>
            <a:r>
              <a:rPr lang="en-US" dirty="0" err="1"/>
              <a:t>int</a:t>
            </a:r>
            <a:r>
              <a:rPr lang="en-US" dirty="0"/>
              <a:t> seconds, minutes, hours;    </a:t>
            </a:r>
          </a:p>
          <a:p>
            <a:pPr>
              <a:buNone/>
            </a:pPr>
            <a:r>
              <a:rPr lang="en-US" dirty="0"/>
              <a:t>   string </a:t>
            </a:r>
            <a:r>
              <a:rPr lang="en-US" dirty="0" err="1"/>
              <a:t>str</a:t>
            </a:r>
            <a:r>
              <a:rPr lang="en-US" dirty="0"/>
              <a:t>;  </a:t>
            </a:r>
          </a:p>
          <a:p>
            <a:pPr>
              <a:buNone/>
            </a:pPr>
            <a:r>
              <a:rPr lang="en-US" dirty="0"/>
              <a:t>      //storing total seconds   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time_t</a:t>
            </a:r>
            <a:r>
              <a:rPr lang="en-US" dirty="0"/>
              <a:t> </a:t>
            </a:r>
            <a:r>
              <a:rPr lang="en-US" dirty="0" err="1"/>
              <a:t>total_seconds</a:t>
            </a:r>
            <a:r>
              <a:rPr lang="en-US" dirty="0"/>
              <a:t>=time(0);      </a:t>
            </a:r>
          </a:p>
          <a:p>
            <a:pPr>
              <a:buNone/>
            </a:pPr>
            <a:r>
              <a:rPr lang="en-US" dirty="0"/>
              <a:t>   //getting values of seconds, minutes and hours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struct</a:t>
            </a:r>
            <a:r>
              <a:rPr lang="en-US" dirty="0"/>
              <a:t> tm* ct=</a:t>
            </a:r>
            <a:r>
              <a:rPr lang="en-US" dirty="0" err="1"/>
              <a:t>localtime</a:t>
            </a:r>
            <a:r>
              <a:rPr lang="en-US" dirty="0"/>
              <a:t>(&amp;</a:t>
            </a:r>
            <a:r>
              <a:rPr lang="en-US" dirty="0" err="1"/>
              <a:t>total_seconds</a:t>
            </a:r>
            <a:r>
              <a:rPr lang="en-US" dirty="0"/>
              <a:t>);       seconds=ct-&gt;</a:t>
            </a:r>
            <a:r>
              <a:rPr lang="en-US" dirty="0" err="1"/>
              <a:t>tm_sec</a:t>
            </a:r>
            <a:r>
              <a:rPr lang="en-US" dirty="0"/>
              <a:t>;    </a:t>
            </a:r>
          </a:p>
          <a:p>
            <a:pPr>
              <a:buNone/>
            </a:pPr>
            <a:r>
              <a:rPr lang="en-US" dirty="0"/>
              <a:t>       minutes=ct-&gt;</a:t>
            </a:r>
            <a:r>
              <a:rPr lang="en-US" dirty="0" err="1"/>
              <a:t>tm_min</a:t>
            </a:r>
            <a:r>
              <a:rPr lang="en-US" dirty="0"/>
              <a:t>;    </a:t>
            </a:r>
          </a:p>
          <a:p>
            <a:pPr>
              <a:buNone/>
            </a:pPr>
            <a:r>
              <a:rPr lang="en-US" dirty="0"/>
              <a:t>           hours=ct-&gt;</a:t>
            </a:r>
            <a:r>
              <a:rPr lang="en-US" dirty="0" err="1"/>
              <a:t>tm_hour</a:t>
            </a:r>
            <a:r>
              <a:rPr lang="en-US" dirty="0"/>
              <a:t>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//converting it into 12 hour format    if(hours&gt;=12) 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str</a:t>
            </a:r>
            <a:r>
              <a:rPr lang="en-US" dirty="0"/>
              <a:t>="PM";  </a:t>
            </a:r>
          </a:p>
          <a:p>
            <a:pPr>
              <a:buNone/>
            </a:pPr>
            <a:r>
              <a:rPr lang="en-US" dirty="0"/>
              <a:t>   else      </a:t>
            </a:r>
            <a:r>
              <a:rPr lang="en-US" dirty="0" err="1"/>
              <a:t>str</a:t>
            </a:r>
            <a:r>
              <a:rPr lang="en-US" dirty="0"/>
              <a:t>="AM";   </a:t>
            </a:r>
          </a:p>
          <a:p>
            <a:pPr>
              <a:buNone/>
            </a:pPr>
            <a:r>
              <a:rPr lang="en-US" dirty="0"/>
              <a:t>    hours=hours&gt;12?hours-12:hours;	            //printing the result </a:t>
            </a:r>
          </a:p>
          <a:p>
            <a:pPr>
              <a:buNone/>
            </a:pPr>
            <a:r>
              <a:rPr lang="en-US" dirty="0"/>
              <a:t>    if(seconds==sec_prev+1 || (</a:t>
            </a:r>
            <a:r>
              <a:rPr lang="en-US" dirty="0" err="1"/>
              <a:t>sec_prev</a:t>
            </a:r>
            <a:r>
              <a:rPr lang="en-US" dirty="0"/>
              <a:t>==59 &amp;&amp; seconds==0))</a:t>
            </a:r>
          </a:p>
          <a:p>
            <a:pPr>
              <a:buNone/>
            </a:pPr>
            <a:r>
              <a:rPr lang="en-US" dirty="0"/>
              <a:t>    {      system("CLS"); 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cout</a:t>
            </a:r>
            <a:r>
              <a:rPr lang="en-US" dirty="0"/>
              <a:t>&lt;&lt; (hours&lt;10?"0":"") &lt;&lt; hours &lt;&lt;":" &lt;&lt; (minutes&lt;10?"0":"") &lt;&lt; minutes &lt;&lt; ":" &lt;&lt; (seconds&lt;10?"0":"") &lt;&lt; seconds &lt;&lt; " " &lt;&lt; </a:t>
            </a:r>
            <a:r>
              <a:rPr lang="en-US" dirty="0" err="1"/>
              <a:t>str</a:t>
            </a:r>
            <a:r>
              <a:rPr lang="en-US" dirty="0"/>
              <a:t> &lt;&lt;</a:t>
            </a:r>
            <a:r>
              <a:rPr lang="en-US" dirty="0" err="1"/>
              <a:t>endl</a:t>
            </a:r>
            <a:r>
              <a:rPr lang="en-US" dirty="0"/>
              <a:t>; </a:t>
            </a:r>
          </a:p>
          <a:p>
            <a:pPr>
              <a:buNone/>
            </a:pPr>
            <a:r>
              <a:rPr lang="en-US" dirty="0"/>
              <a:t>   }       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sec_prev</a:t>
            </a:r>
            <a:r>
              <a:rPr lang="en-US" dirty="0"/>
              <a:t>=seconds;    </a:t>
            </a:r>
          </a:p>
          <a:p>
            <a:pPr>
              <a:buNone/>
            </a:pPr>
            <a:r>
              <a:rPr lang="en-US" dirty="0"/>
              <a:t>  }    </a:t>
            </a:r>
          </a:p>
          <a:p>
            <a:pPr>
              <a:buNone/>
            </a:pPr>
            <a:r>
              <a:rPr lang="en-US" dirty="0"/>
              <a:t> string </a:t>
            </a:r>
            <a:r>
              <a:rPr lang="en-US" dirty="0" err="1"/>
              <a:t>str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   //storing total seconds</a:t>
            </a:r>
          </a:p>
          <a:p>
            <a:pPr>
              <a:buNone/>
            </a:pPr>
            <a:r>
              <a:rPr lang="en-US" dirty="0"/>
              <a:t>      </a:t>
            </a:r>
            <a:r>
              <a:rPr lang="en-US" dirty="0" err="1"/>
              <a:t>time_t</a:t>
            </a:r>
            <a:r>
              <a:rPr lang="en-US" dirty="0"/>
              <a:t> </a:t>
            </a:r>
            <a:r>
              <a:rPr lang="en-US" dirty="0" err="1"/>
              <a:t>total_seconds</a:t>
            </a:r>
            <a:r>
              <a:rPr lang="en-US" dirty="0"/>
              <a:t>=time(0);</a:t>
            </a:r>
          </a:p>
          <a:p>
            <a:pPr>
              <a:buNone/>
            </a:pPr>
            <a:r>
              <a:rPr lang="en-US" dirty="0"/>
              <a:t>   </a:t>
            </a:r>
          </a:p>
          <a:p>
            <a:pPr>
              <a:buNone/>
            </a:pPr>
            <a:r>
              <a:rPr lang="en-US" dirty="0"/>
              <a:t>      //getting values of seconds, minutes and hours</a:t>
            </a:r>
          </a:p>
          <a:p>
            <a:pPr>
              <a:buNone/>
            </a:pPr>
            <a:r>
              <a:rPr lang="en-US" dirty="0"/>
              <a:t>        </a:t>
            </a:r>
            <a:r>
              <a:rPr lang="en-US" dirty="0" err="1"/>
              <a:t>struct</a:t>
            </a:r>
            <a:r>
              <a:rPr lang="en-US" dirty="0"/>
              <a:t> tm* ct=</a:t>
            </a:r>
            <a:r>
              <a:rPr lang="en-US" dirty="0" err="1"/>
              <a:t>localtime</a:t>
            </a:r>
            <a:r>
              <a:rPr lang="en-US" dirty="0"/>
              <a:t>(&amp;</a:t>
            </a:r>
            <a:r>
              <a:rPr lang="en-US" dirty="0" err="1"/>
              <a:t>total_seconds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   </a:t>
            </a:r>
          </a:p>
          <a:p>
            <a:pPr>
              <a:buNone/>
            </a:pPr>
            <a:r>
              <a:rPr lang="en-US" dirty="0"/>
              <a:t>      seconds=ct-&gt;</a:t>
            </a:r>
            <a:r>
              <a:rPr lang="en-US" dirty="0" err="1"/>
              <a:t>tm_sec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         minutes=ct-&gt;</a:t>
            </a:r>
            <a:r>
              <a:rPr lang="en-US" dirty="0" err="1"/>
              <a:t>tm_min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              hours=ct-&gt;</a:t>
            </a:r>
            <a:r>
              <a:rPr lang="en-US" dirty="0" err="1"/>
              <a:t>tm_hour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    </a:t>
            </a:r>
          </a:p>
          <a:p>
            <a:pPr>
              <a:buNone/>
            </a:pPr>
            <a:r>
              <a:rPr lang="en-US" dirty="0"/>
              <a:t>        //converting it into 12 hour format</a:t>
            </a:r>
          </a:p>
          <a:p>
            <a:pPr>
              <a:buNone/>
            </a:pPr>
            <a:r>
              <a:rPr lang="en-US" dirty="0"/>
              <a:t>        if(hours&gt;=12)</a:t>
            </a:r>
          </a:p>
          <a:p>
            <a:pPr>
              <a:buNone/>
            </a:pP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991600" cy="6553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      </a:t>
            </a:r>
            <a:r>
              <a:rPr lang="en-US" dirty="0" err="1"/>
              <a:t>str</a:t>
            </a:r>
            <a:r>
              <a:rPr lang="en-US" dirty="0"/>
              <a:t>="PM";</a:t>
            </a:r>
          </a:p>
          <a:p>
            <a:pPr>
              <a:buNone/>
            </a:pPr>
            <a:r>
              <a:rPr lang="en-US" dirty="0"/>
              <a:t>        else</a:t>
            </a:r>
          </a:p>
          <a:p>
            <a:pPr>
              <a:buNone/>
            </a:pPr>
            <a:r>
              <a:rPr lang="en-US" dirty="0"/>
              <a:t>          </a:t>
            </a:r>
            <a:r>
              <a:rPr lang="en-US" dirty="0" err="1"/>
              <a:t>str</a:t>
            </a:r>
            <a:r>
              <a:rPr lang="en-US" dirty="0"/>
              <a:t>="AM";</a:t>
            </a:r>
          </a:p>
          <a:p>
            <a:pPr>
              <a:buNone/>
            </a:pPr>
            <a:r>
              <a:rPr lang="en-US" dirty="0"/>
              <a:t>             hours=hours&gt;12?hours-12:hours;        </a:t>
            </a:r>
          </a:p>
          <a:p>
            <a:pPr>
              <a:buNone/>
            </a:pPr>
            <a:r>
              <a:rPr lang="en-US" dirty="0"/>
              <a:t>    //printing the result</a:t>
            </a:r>
          </a:p>
          <a:p>
            <a:pPr>
              <a:buNone/>
            </a:pPr>
            <a:r>
              <a:rPr lang="en-US" dirty="0"/>
              <a:t>    if(seconds==sec_prev+1 || (</a:t>
            </a:r>
            <a:r>
              <a:rPr lang="en-US" dirty="0" err="1"/>
              <a:t>sec_prev</a:t>
            </a:r>
            <a:r>
              <a:rPr lang="en-US" dirty="0"/>
              <a:t>==59 &amp;&amp; seconds==0))</a:t>
            </a:r>
          </a:p>
          <a:p>
            <a:pPr>
              <a:buNone/>
            </a:pPr>
            <a:r>
              <a:rPr lang="en-US" dirty="0"/>
              <a:t>    {</a:t>
            </a:r>
          </a:p>
          <a:p>
            <a:pPr>
              <a:buNone/>
            </a:pPr>
            <a:r>
              <a:rPr lang="en-US" dirty="0"/>
              <a:t>      system("CLS");</a:t>
            </a:r>
          </a:p>
          <a:p>
            <a:pPr>
              <a:buNone/>
            </a:pPr>
            <a:r>
              <a:rPr lang="en-US" dirty="0"/>
              <a:t>    	  </a:t>
            </a:r>
            <a:r>
              <a:rPr lang="en-US" dirty="0" err="1"/>
              <a:t>cout</a:t>
            </a:r>
            <a:r>
              <a:rPr lang="en-US" dirty="0"/>
              <a:t>&lt;&lt; (hours&lt;10?"0":"") &lt;&lt; hours &lt;&lt;":" &lt;&lt; 	           		(minutes&lt;10?"0":"") &lt;&lt; minutes &lt;&lt; ":" &lt;&lt;         	      		 (seconds&lt;10?"0":"") &lt;&lt; seconds &lt;&lt; " " &lt;&lt; </a:t>
            </a:r>
            <a:r>
              <a:rPr lang="en-US" dirty="0" err="1"/>
              <a:t>str</a:t>
            </a:r>
            <a:r>
              <a:rPr lang="en-US" dirty="0"/>
              <a:t> 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       }</a:t>
            </a:r>
          </a:p>
          <a:p>
            <a:pPr>
              <a:buNone/>
            </a:pPr>
            <a:r>
              <a:rPr lang="en-US" dirty="0"/>
              <a:t>    </a:t>
            </a:r>
          </a:p>
          <a:p>
            <a:pPr>
              <a:buNone/>
            </a:pPr>
            <a:r>
              <a:rPr lang="en-US" dirty="0"/>
              <a:t>   	 </a:t>
            </a:r>
            <a:r>
              <a:rPr lang="en-US" dirty="0" err="1"/>
              <a:t>sec_prev</a:t>
            </a:r>
            <a:r>
              <a:rPr lang="en-US" dirty="0"/>
              <a:t>=seconds;</a:t>
            </a:r>
          </a:p>
          <a:p>
            <a:pPr>
              <a:buNone/>
            </a:pPr>
            <a:r>
              <a:rPr lang="en-US" dirty="0"/>
              <a:t>    </a:t>
            </a:r>
          </a:p>
          <a:p>
            <a:pPr>
              <a:buNone/>
            </a:pPr>
            <a:r>
              <a:rPr lang="en-US" dirty="0"/>
              <a:t>	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9600" dirty="0">
                <a:solidFill>
                  <a:srgbClr val="FF0000"/>
                </a:solidFill>
                <a:latin typeface="Algerian" pitchFamily="82" charset="0"/>
              </a:rPr>
              <a:t>THANK YOU</a:t>
            </a:r>
          </a:p>
          <a:p>
            <a:pPr>
              <a:buNone/>
            </a:pPr>
            <a:endParaRPr lang="en-US" sz="9600" dirty="0">
              <a:solidFill>
                <a:srgbClr val="FF0000"/>
              </a:solidFill>
              <a:latin typeface="Algerian" pitchFamily="82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38</TotalTime>
  <Words>526</Words>
  <Application>Microsoft Office PowerPoint</Application>
  <PresentationFormat>On-screen Show (4:3)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Trebuchet MS</vt:lpstr>
      <vt:lpstr>Wingdings</vt:lpstr>
      <vt:lpstr>Wingdings 2</vt:lpstr>
      <vt:lpstr>Opulent</vt:lpstr>
      <vt:lpstr>Oops **project</vt:lpstr>
      <vt:lpstr>   topic</vt:lpstr>
      <vt:lpstr>     </vt:lpstr>
      <vt:lpstr>  </vt:lpstr>
      <vt:lpstr>   </vt:lpstr>
      <vt:lpstr>   </vt:lpstr>
      <vt:lpstr>   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OOPS’ PROJECT</dc:title>
  <dc:creator>Tushar</dc:creator>
  <cp:lastModifiedBy>hp</cp:lastModifiedBy>
  <cp:revision>6</cp:revision>
  <dcterms:created xsi:type="dcterms:W3CDTF">2020-04-21T06:02:48Z</dcterms:created>
  <dcterms:modified xsi:type="dcterms:W3CDTF">2020-06-11T06:21:05Z</dcterms:modified>
</cp:coreProperties>
</file>